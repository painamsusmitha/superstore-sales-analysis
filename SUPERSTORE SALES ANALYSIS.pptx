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672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807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98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654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63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75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876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36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23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710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0742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072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597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945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0062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258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3D178-34B2-45F7-8216-B28218ABF2D6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5077BAF-3059-4BE8-B4EF-03B2F74C1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71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05324-4C1D-D9C0-A7F6-469B71CF71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SUPERSTORE SALES ANALYSIS</a:t>
            </a:r>
            <a:endParaRPr lang="en-IN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03579-96D3-38FE-008F-5AAA04937A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Painam Susmitha</a:t>
            </a:r>
          </a:p>
          <a:p>
            <a:r>
              <a:rPr lang="en-US" sz="1800" b="1" dirty="0"/>
              <a:t>MIS Executive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26398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C9B3-531D-6F17-FA19-A54338092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Project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D963E4-E446-86FF-41CB-1EC6C5C122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606" y="2690336"/>
            <a:ext cx="1152340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sales data to understand business performance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top-performing regions, products, and customers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monthly sales trends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business decision-making using data insights </a:t>
            </a:r>
          </a:p>
        </p:txBody>
      </p:sp>
    </p:spTree>
    <p:extLst>
      <p:ext uri="{BB962C8B-B14F-4D97-AF65-F5344CB8AC3E}">
        <p14:creationId xmlns:p14="http://schemas.microsoft.com/office/powerpoint/2010/main" val="2191738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BE640-86BB-D0A6-4291-692A6D305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4C5DCF-402F-09AC-DBBD-F389E8DDA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591" y="2403153"/>
            <a:ext cx="7799663" cy="3968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A3B207-4989-A769-8CCF-9B8E661C7D71}"/>
              </a:ext>
            </a:extLst>
          </p:cNvPr>
          <p:cNvSpPr txBox="1"/>
          <p:nvPr/>
        </p:nvSpPr>
        <p:spPr>
          <a:xfrm>
            <a:off x="677334" y="1745734"/>
            <a:ext cx="92335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Interactive dashboard created using Excel Pivot Tables, charts, and slicers to analyze sales performance.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6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0DD5-EF46-80F5-6087-815873D19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63793"/>
            <a:ext cx="8596668" cy="1320800"/>
          </a:xfrm>
        </p:spPr>
        <p:txBody>
          <a:bodyPr/>
          <a:lstStyle/>
          <a:p>
            <a:r>
              <a:rPr lang="en-IN" b="1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05268F-7403-49B2-1ED3-62E91CEAD0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967332"/>
            <a:ext cx="8642751" cy="2267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West region contributes the highest sales (~710K), while South has the lowest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Technology category generates the highest revenue among all categories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Sales show fluctuations but peak around months 10–11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Top products and customers contribute a significant portion of total sales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Standard Class shipping is most commonly used by customers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1435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98</TotalTime>
  <Words>105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Trebuchet MS</vt:lpstr>
      <vt:lpstr>Wingdings</vt:lpstr>
      <vt:lpstr>Wingdings 3</vt:lpstr>
      <vt:lpstr>Facet</vt:lpstr>
      <vt:lpstr>SUPERSTORE SALES ANALYSIS</vt:lpstr>
      <vt:lpstr>Project Objective</vt:lpstr>
      <vt:lpstr>Dashboard</vt:lpstr>
      <vt:lpstr>Key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painam susmitha</dc:creator>
  <cp:lastModifiedBy>painam susmitha</cp:lastModifiedBy>
  <cp:revision>1</cp:revision>
  <dcterms:created xsi:type="dcterms:W3CDTF">2026-04-30T06:11:28Z</dcterms:created>
  <dcterms:modified xsi:type="dcterms:W3CDTF">2026-04-30T07:49:59Z</dcterms:modified>
</cp:coreProperties>
</file>